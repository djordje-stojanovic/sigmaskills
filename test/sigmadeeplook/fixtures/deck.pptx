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theme" Target="theme/theme1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 txBox="1"/>
          <p:nvPr/>
        </p:nvSpPr>
        <p:spPr>
          <a:xfrm>
            <a:off x="600000" y="600000"/>
            <a:ext cx="7000000" cy="900000"/>
          </a:xfrm>
          <a:prstGeom prst="rect">
            <a:avLst/>
          </a:prstGeom>
        </p:spPr>
        <p:txBody>
          <a:bodyPr/>
          <a:lstStyle/>
          <a:p>
            <a:r>
              <a:rPr lang="en-US" sz="1200"/>
              <a:t>Speaker note: mention the budget</a:t>
            </a:r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0000" y="400000"/>
            <a:ext cx="7000000" cy="900000"/>
          </a:xfrm>
          <a:prstGeom prst="rect">
            <a:avLst/>
          </a:prstGeom>
        </p:spPr>
        <p:txBody>
          <a:bodyPr/>
          <a:lstStyle/>
          <a:p>
            <a:r>
              <a:rPr lang="en-US" sz="3200"/>
              <a:t>Launch plan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0000" y="400000"/>
            <a:ext cx="7000000" cy="900000"/>
          </a:xfrm>
          <a:prstGeom prst="rect">
            <a:avLst/>
          </a:prstGeom>
        </p:spPr>
        <p:txBody>
          <a:bodyPr/>
          <a:lstStyle/>
          <a:p>
            <a:r>
              <a:rPr lang="en-US" sz="3200"/>
              <a:t>Milestones</a:t>
            </a:r>
          </a:p>
        </p:txBody>
      </p:sp>
      <p:grpSp>
        <p:nvGrpSpPr>
          <p:cNvPr id="10" name="Group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11" name="InGroup"/>
            <p:cNvSpPr txBox="1"/>
            <p:nvPr/>
          </p:nvSpPr>
          <p:spPr>
            <a:xfrm>
              <a:off x="600000" y="2000000"/>
              <a:ext cx="7000000" cy="900000"/>
            </a:xfrm>
            <a:prstGeom prst="rect">
              <a:avLst/>
            </a:prstGeom>
          </p:spPr>
          <p:txBody>
            <a:bodyPr/>
            <a:lstStyle/>
            <a:p>
              <a:r>
                <a:rPr lang="en-US" sz="3200"/>
                <a:t>Grouped milestone alpha</a:t>
              </a:r>
            </a:p>
          </p:txBody>
        </p:sp>
      </p:grp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0000" y="400000"/>
            <a:ext cx="7000000" cy="900000"/>
          </a:xfrm>
          <a:prstGeom prst="rect">
            <a:avLst/>
          </a:prstGeom>
        </p:spPr>
        <p:txBody>
          <a:bodyPr/>
          <a:lstStyle/>
          <a:p>
            <a:r>
              <a:rPr lang="en-US" sz="3200"/>
              <a:t>Hidden appendix slide</a:t>
            </a:r>
          </a:p>
        </p:txBody>
      </p:sp>
    </p:spTree>
  </p:cSld>
</p:sld>
</file>

<file path=ppt/theme/theme1.xml><?xml version="1.0" encoding="utf-8"?>
<a:theme xmlns:a="http://schemas.openxmlformats.org/drawingml/2006/main" name="T">
  <a:themeElements>
    <a:clrScheme name="C">
      <a:dk1>
        <a:srgbClr val="000000"/>
      </a:dk1>
      <a:lt1>
        <a:srgbClr val="FFFFFF"/>
      </a:lt1>
      <a:dk2>
        <a:srgbClr val="1F6F64"/>
      </a:dk2>
      <a:lt2>
        <a:srgbClr val="EEEEEE"/>
      </a:lt2>
      <a:accent1>
        <a:srgbClr val="1F6F64"/>
      </a:accent1>
      <a:accent2>
        <a:srgbClr val="1F6F64"/>
      </a:accent2>
      <a:accent3>
        <a:srgbClr val="1F6F64"/>
      </a:accent3>
      <a:accent4>
        <a:srgbClr val="1F6F64"/>
      </a:accent4>
      <a:accent5>
        <a:srgbClr val="1F6F64"/>
      </a:accent5>
      <a:accent6>
        <a:srgbClr val="1F6F64"/>
      </a:accent6>
      <a:hlink>
        <a:srgbClr val="0000FF"/>
      </a:hlink>
      <a:folHlink>
        <a:srgbClr val="800080"/>
      </a:folHlink>
    </a:clrScheme>
    <a:fontScheme name="F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